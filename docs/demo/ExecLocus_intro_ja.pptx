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ca2a340c834021" /><Relationship Type="http://schemas.openxmlformats.org/officeDocument/2006/relationships/extended-properties" Target="/docProps/app.xml" Id="R9d86362964b8411c" /><Relationship Type="http://schemas.openxmlformats.org/officeDocument/2006/relationships/officeDocument" Target="/ppt/presentation.xml" Id="Raaca5f2353d64a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429e2797fb4e09"/>
  </p:sldMasterIdLst>
  <p:notesMasterIdLst>
    <p:notesMasterId xmlns:r="http://schemas.openxmlformats.org/officeDocument/2006/relationships" r:id="R53d3174d140e4d0b"/>
  </p:notesMasterIdLst>
  <p:sldIdLst>
    <p:sldId xmlns:r="http://schemas.openxmlformats.org/officeDocument/2006/relationships" id="256" r:id="Ra6f7e09a563b415e"/>
    <p:sldId xmlns:r="http://schemas.openxmlformats.org/officeDocument/2006/relationships" id="257" r:id="R1bd3aa4e64694712"/>
    <p:sldId xmlns:r="http://schemas.openxmlformats.org/officeDocument/2006/relationships" id="258" r:id="R569e71d98e444c5c"/>
    <p:sldId xmlns:r="http://schemas.openxmlformats.org/officeDocument/2006/relationships" id="259" r:id="R8200a6f0f9ee4b42"/>
    <p:sldId xmlns:r="http://schemas.openxmlformats.org/officeDocument/2006/relationships" id="260" r:id="Rd4812c83ba364630"/>
    <p:sldId xmlns:r="http://schemas.openxmlformats.org/officeDocument/2006/relationships" id="261" r:id="Rd3ae2c8419b94625"/>
    <p:sldId xmlns:r="http://schemas.openxmlformats.org/officeDocument/2006/relationships" id="262" r:id="Rad4edebde80d49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6facb5d81743d8" /><Relationship Type="http://schemas.openxmlformats.org/officeDocument/2006/relationships/slideMaster" Target="/ppt/slideMasters/slideMaster1.xml" Id="R39429e2797fb4e09" /><Relationship Type="http://schemas.openxmlformats.org/officeDocument/2006/relationships/notesMaster" Target="/ppt/notesMasters/notesMaster1.xml" Id="R53d3174d140e4d0b" /><Relationship Type="http://schemas.openxmlformats.org/officeDocument/2006/relationships/presProps" Target="/ppt/presProps.xml" Id="R09dab0fdb3c54c09" /><Relationship Type="http://schemas.openxmlformats.org/officeDocument/2006/relationships/tableStyles" Target="/ppt/tableStyles.xml" Id="Re19061340bb349f4" /><Relationship Type="http://schemas.openxmlformats.org/officeDocument/2006/relationships/slide" Target="/ppt/slides/slide1.xml" Id="Ra6f7e09a563b415e" /><Relationship Type="http://schemas.openxmlformats.org/officeDocument/2006/relationships/slide" Target="/ppt/slides/slide2.xml" Id="R1bd3aa4e64694712" /><Relationship Type="http://schemas.openxmlformats.org/officeDocument/2006/relationships/slide" Target="/ppt/slides/slide3.xml" Id="R569e71d98e444c5c" /><Relationship Type="http://schemas.openxmlformats.org/officeDocument/2006/relationships/slide" Target="/ppt/slides/slide4.xml" Id="R8200a6f0f9ee4b42" /><Relationship Type="http://schemas.openxmlformats.org/officeDocument/2006/relationships/slide" Target="/ppt/slides/slide5.xml" Id="Rd4812c83ba364630" /><Relationship Type="http://schemas.openxmlformats.org/officeDocument/2006/relationships/slide" Target="/ppt/slides/slide6.xml" Id="Rd3ae2c8419b94625" /><Relationship Type="http://schemas.openxmlformats.org/officeDocument/2006/relationships/slide" Target="/ppt/slides/slide7.xml" Id="Rad4edebde80d492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46e707606446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7af37b333f4d40" /><Relationship Type="http://schemas.openxmlformats.org/officeDocument/2006/relationships/notesMaster" Target="/ppt/notesMasters/notesMaster1.xml" Id="Re0e294fb222549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a401dc9f3f408f" /><Relationship Type="http://schemas.openxmlformats.org/officeDocument/2006/relationships/notesMaster" Target="/ppt/notesMasters/notesMaster1.xml" Id="Rea1a6e75d9c644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3e58c29f674b88" /><Relationship Type="http://schemas.openxmlformats.org/officeDocument/2006/relationships/notesMaster" Target="/ppt/notesMasters/notesMaster1.xml" Id="R1a28d00a253a4c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89ac8a689974e7c" /><Relationship Type="http://schemas.openxmlformats.org/officeDocument/2006/relationships/notesMaster" Target="/ppt/notesMasters/notesMaster1.xml" Id="R60fd4c668d6d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2dadee261a4c03" /><Relationship Type="http://schemas.openxmlformats.org/officeDocument/2006/relationships/notesMaster" Target="/ppt/notesMasters/notesMaster1.xml" Id="Rb959c39a3cba4d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b21274d7b74b8d" /><Relationship Type="http://schemas.openxmlformats.org/officeDocument/2006/relationships/notesMaster" Target="/ppt/notesMasters/notesMaster1.xml" Id="Rc9a5d51b48cc45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a11df411c84771" /><Relationship Type="http://schemas.openxmlformats.org/officeDocument/2006/relationships/notesMaster" Target="/ppt/notesMasters/notesMaster1.xml" Id="Refabe7c5d4d64a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https://github.com/Tanasu0417/execlocus/blob/main/docs/ONE_PAGER.ja.md</a:t>
            </a:r>
          </a:p>
          <a:p xmlns:a="http://schemas.openxmlformats.org/drawingml/2006/main">
            <a:r>
              <a:t>- https://github.com/Tanasu0417/execlocus/tree/main/docs/demo/prototype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https://github.com/Tanasu0417/execlocus/blob/main/docs/demo/RECORDING_SCENARIO.md</a:t>
            </a:r>
          </a:p>
          <a:p xmlns:a="http://schemas.openxmlformats.org/drawingml/2006/main">
            <a:r>
              <a:t>- https://github.com/Tanasu0417/execlocus/blob/main/docs/SUPPORT_MATRIX.md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https://github.com/Tanasu0417/execlocus/blob/main/docs/ONE_PAGER.ja.md</a:t>
            </a:r>
          </a:p>
          <a:p xmlns:a="http://schemas.openxmlformats.org/drawingml/2006/main">
            <a:r>
              <a:t>- https://github.com/Tanasu0417/execlocus/blob/main/docs/SUPPORT_MATRIX.md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https://github.com/Tanasu0417/execlocus/tree/main/docs/demo/prototype</a:t>
            </a:r>
          </a:p>
          <a:p xmlns:a="http://schemas.openxmlformats.org/drawingml/2006/main">
            <a:r>
              <a:t>- https://github.com/Tanasu0417/execlocus/blob/main/docs/demo/OTTER_GUIDE_SPEC.md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https://github.com/Tanasu0417/execlocus/blob/main/docs/USE_CASES.md</a:t>
            </a:r>
          </a:p>
          <a:p xmlns:a="http://schemas.openxmlformats.org/drawingml/2006/main">
            <a:r>
              <a:t>- https://github.com/Tanasu0417/execlocus/blob/main/src/rules.rs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https://github.com/Tanasu0417/execlocus/blob/main/docs/SECURITY_MODEL.md</a:t>
            </a:r>
          </a:p>
          <a:p xmlns:a="http://schemas.openxmlformats.org/drawingml/2006/main">
            <a:r>
              <a:t>- https://github.com/Tanasu0417/execlocus/blob/main/src/privacy.rs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https://github.com/Tanasu0417/execlocus/blob/main/docs/V0_1_ROADMAP.md</a:t>
            </a:r>
          </a:p>
          <a:p xmlns:a="http://schemas.openxmlformats.org/drawingml/2006/main">
            <a:r>
              <a:t>- https://github.com/Tanasu0417/execlocus/issues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b2d0ec64ea40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4c5019bd024745" /><Relationship Type="http://schemas.openxmlformats.org/officeDocument/2006/relationships/slideLayout" Target="/ppt/slideLayouts/slideLayout1.xml" Id="R25e92f25695344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e92f25695344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a0b739c424171" /><Relationship Type="http://schemas.openxmlformats.org/officeDocument/2006/relationships/image" Target="/ppt/media/image.jpeg" Id="Raf692f368d34465d" /><Relationship Type="http://schemas.openxmlformats.org/officeDocument/2006/relationships/notesSlide" Target="/ppt/notesSlides/notesSlide1.xml" Id="Rcc15db20afd446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c0f2ba8614c67" /><Relationship Type="http://schemas.openxmlformats.org/officeDocument/2006/relationships/image" Target="/ppt/media/image2.jpeg" Id="R7b32874639aa4b44" /><Relationship Type="http://schemas.openxmlformats.org/officeDocument/2006/relationships/notesSlide" Target="/ppt/notesSlides/notesSlide2.xml" Id="R5f51163277a74d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8786e50924dd5" /><Relationship Type="http://schemas.openxmlformats.org/officeDocument/2006/relationships/notesSlide" Target="/ppt/notesSlides/notesSlide3.xml" Id="Rd2239826423d44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e3c42a8aa4904" /><Relationship Type="http://schemas.openxmlformats.org/officeDocument/2006/relationships/image" Target="/ppt/media/image3.jpeg" Id="R3b70f9164d7a493c" /><Relationship Type="http://schemas.openxmlformats.org/officeDocument/2006/relationships/image" Target="/ppt/media/image4.jpeg" Id="Rb15ee6e3b657417f" /><Relationship Type="http://schemas.openxmlformats.org/officeDocument/2006/relationships/image" Target="/ppt/media/image5.jpeg" Id="Rf3eb528fbca14795" /><Relationship Type="http://schemas.openxmlformats.org/officeDocument/2006/relationships/image" Target="/ppt/media/image6.jpeg" Id="R1e3cfee3dd694f59" /><Relationship Type="http://schemas.openxmlformats.org/officeDocument/2006/relationships/notesSlide" Target="/ppt/notesSlides/notesSlide4.xml" Id="R2cb7ef22363242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c9a18bc1f4135" /><Relationship Type="http://schemas.openxmlformats.org/officeDocument/2006/relationships/image" Target="/ppt/media/image7.jpeg" Id="R0f8fa5cba286451d" /><Relationship Type="http://schemas.openxmlformats.org/officeDocument/2006/relationships/notesSlide" Target="/ppt/notesSlides/notesSlide5.xml" Id="R140b3f9ff2644a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b1b624d914314" /><Relationship Type="http://schemas.openxmlformats.org/officeDocument/2006/relationships/image" Target="/ppt/media/image8.jpeg" Id="R5831ad12dc2e46d7" /><Relationship Type="http://schemas.openxmlformats.org/officeDocument/2006/relationships/notesSlide" Target="/ppt/notesSlides/notesSlide6.xml" Id="R9fb1605a196f4e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e0ea426fa45f1" /><Relationship Type="http://schemas.openxmlformats.org/officeDocument/2006/relationships/notesSlide" Target="/ppt/notesSlides/notesSlide7.xml" Id="R316167305ebd436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16A7A-A04E-4F69-8335-82A349C7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971550"/>
            <a:ext cx="6019800" cy="3676650"/>
          </a:xfrm>
          <a:prstGeom xmlns:a="http://schemas.openxmlformats.org/drawingml/2006/main" prst="roundRect">
            <a:avLst>
              <a:gd name="adj" fmla="val 3109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92f368d34465d"/>
          <a:stretch xmlns:a="http://schemas.openxmlformats.org/drawingml/2006/main"/>
        </p:blipFill>
        <p:spPr>
          <a:xfrm xmlns:a="http://schemas.openxmlformats.org/drawingml/2006/main">
            <a:off x="5772150" y="1139156"/>
            <a:ext cx="5791200" cy="3341438"/>
          </a:xfrm>
          <a:prstGeom xmlns:a="http://schemas.openxmlformats.org/drawingml/2006/main" prst="roundRect">
            <a:avLst>
              <a:gd name="adj" fmla="val 3315"/>
            </a:avLst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E6835-FD2A-4539-ABAE-3DD4AF1B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34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E2E63-8548-4152-843F-6502C42D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E7FBF6"/>
                </a:solidFill>
              </a:defRPr>
            </a:pPr>
            <a:r>
              <a:rPr sz="5400" b="1">
                <a:solidFill>
                  <a:srgbClr val="E7FBF6"/>
                </a:solidFill>
              </a:rPr>
              <a:t>ExecLocus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A49DD-DB7E-4B99-B2ED-0C9501C0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4572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E7FBF6"/>
                </a:solidFill>
              </a:defRPr>
            </a:pPr>
            <a:r>
              <a:rPr sz="3450" b="1">
                <a:solidFill>
                  <a:srgbClr val="E7FBF6"/>
                </a:solidFill>
              </a:rPr>
              <a:t>Windows × WSLの境界を、</a:t>
            </a:r>
          </a:p>
          <a:p xmlns:a="http://schemas.openxmlformats.org/drawingml/2006/main">
            <a:pPr algn="l">
              <a:defRPr sz="3450" b="1">
                <a:solidFill>
                  <a:srgbClr val="E7FBF6"/>
                </a:solidFill>
              </a:defRPr>
            </a:pPr>
            <a:r>
              <a:rPr sz="3450" b="1">
                <a:solidFill>
                  <a:srgbClr val="E7FBF6"/>
                </a:solidFill>
              </a:rPr>
              <a:t>証拠付きで。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A21A8F-8432-4FA6-AFFF-714F1F3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48075"/>
            <a:ext cx="4238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8AA4AC"/>
                </a:solidFill>
              </a:defRPr>
            </a:pPr>
            <a:r>
              <a:rPr sz="1800" b="0">
                <a:solidFill>
                  <a:srgbClr val="8AA4AC"/>
                </a:solidFill>
              </a:rPr>
              <a:t>AI coding agentの実行context、候補、</a:t>
            </a:r>
          </a:p>
          <a:p xmlns:a="http://schemas.openxmlformats.org/drawingml/2006/main">
            <a:pPr algn="l">
              <a:defRPr sz="1800" b="0">
                <a:solidFill>
                  <a:srgbClr val="8AA4AC"/>
                </a:solidFill>
              </a:defRPr>
            </a:pPr>
            <a:r>
              <a:rPr sz="1800" b="0">
                <a:solidFill>
                  <a:srgbClr val="8AA4AC"/>
                </a:solidFill>
              </a:rPr>
              <a:t>filesystemの意図を1回の診断へ。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7771D-610C-493B-8064-6D7227F7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863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E3CC"/>
                </a:solidFill>
              </a:defRPr>
            </a:pPr>
            <a:r>
              <a:rPr sz="1050" b="0">
                <a:solidFill>
                  <a:srgbClr val="69E3CC"/>
                </a:solidFill>
              </a:rPr>
              <a:t>LOCAL ONLY  ·  READ ONLY  ·  NO TELEMETRY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82AD73-A18B-4B26-9C68-D22C1AED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AA4AC"/>
                </a:solidFill>
              </a:defRPr>
            </a:pPr>
            <a:r>
              <a:rPr sz="1050" b="0">
                <a:solidFill>
                  <a:srgbClr val="8AA4AC"/>
                </a:solidFill>
              </a:rPr>
              <a:t>v0.1 source prototype</a:t>
            </a:r>
          </a:p>
        </p:txBody>
      </p:sp>
    </p:spTree>
    <p:extLst>
      <p:ext uri="{BB962C8B-B14F-4D97-AF65-F5344CB8AC3E}">
        <p14:creationId xmlns:p14="http://schemas.microsoft.com/office/powerpoint/2010/main" val="8731603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78D78-3A58-4431-B8D2-654C2F89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01 · WHY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0B5FE1-2B70-4EBB-929C-5573B6BB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SOURCE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F916E-7E3B-4524-88E9-1799AEA5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同じprojectでも、選ばれるNodeは同じとは限らない。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F9C2C-53F5-453B-97DB-1A764D09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WindowsとWSLは別の実行context。見えているsource treeが同じでも、shell contractと実行形式は分かれます。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32874639aa4b44"/>
          <a:srcRect xmlns:a="http://schemas.openxmlformats.org/drawingml/2006/main" l="0" t="17467" r="0" b="174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2000250"/>
            <a:ext cx="11163300" cy="4191000"/>
          </a:xfrm>
          <a:prstGeom xmlns:a="http://schemas.openxmlformats.org/drawingml/2006/main" prst="roundRect">
            <a:avLst>
              <a:gd name="adj" fmla="val 272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58546-5BC9-44A4-AF13-2E84E8C3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F6B2C1-3DFB-46D4-882B-62B55AE0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B07AF-CEE3-4A41-81F8-248A249E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198816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2217D0-CFCB-4339-98FE-B04D13D5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02 · WHAT IT ANSWERS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83B1D-CDA9-4682-9D03-121C4127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SOURCE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E12A0-31AD-4DB0-90B1-477AF63C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E7FBF6"/>
                </a:solidFill>
              </a:defRPr>
            </a:pPr>
            <a:r>
              <a:rPr sz="3075" b="1">
                <a:solidFill>
                  <a:srgbClr val="E7FBF6"/>
                </a:solidFill>
              </a:rPr>
              <a:t>手作業で分かれていた3つの確認を、同じevidence modelへ。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D3BD3-2693-4530-961A-11C458FE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809750"/>
            <a:ext cx="190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D20D8D-995F-4903-AEBF-EA252524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810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0262D"/>
          </a:solidFill>
          <a:ln xmlns:a="http://schemas.openxmlformats.org/drawingml/2006/main" w="9525">
            <a:solidFill>
              <a:srgbClr val="69E3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A9BF4-A603-4359-A487-3E391FEA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33E5A7-7FD3-4BBD-82E8-F0AEAD77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68592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7FBF6"/>
                </a:solidFill>
              </a:defRPr>
            </a:pPr>
            <a:r>
              <a:rPr sz="2250" b="1">
                <a:solidFill>
                  <a:srgbClr val="E7FBF6"/>
                </a:solidFill>
              </a:rPr>
              <a:t>どこで動いている？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6D3AD-EFCB-4B97-9DCA-1B0BA6D1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95450"/>
            <a:ext cx="571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Windows / WSL、distribution、user、shell、agent runtime evidenceを分離。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C748E5-D83A-42B9-8A78-7DE28911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3810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0262D"/>
          </a:solidFill>
          <a:ln xmlns:a="http://schemas.openxmlformats.org/drawingml/2006/main" w="9525">
            <a:solidFill>
              <a:srgbClr val="69E3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F231E-E148-41BF-88FD-06076C0F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B55A98-8331-4201-B3BF-5C650035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98132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7FBF6"/>
                </a:solidFill>
              </a:defRPr>
            </a:pPr>
            <a:r>
              <a:rPr sz="2250" b="1">
                <a:solidFill>
                  <a:srgbClr val="E7FBF6"/>
                </a:solidFill>
              </a:rPr>
              <a:t>何が選ばれる？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34AC6-72EE-4B4A-AA20-A4EF064B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990850"/>
            <a:ext cx="571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selected candidate、losing candidate、実行形式、shell contractの根拠を表示。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B236D-75F0-4501-B189-FE226231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3810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0262D"/>
          </a:solidFill>
          <a:ln xmlns:a="http://schemas.openxmlformats.org/drawingml/2006/main" w="9525">
            <a:solidFill>
              <a:srgbClr val="69E3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5C6CD-CD3D-457B-8BC5-A67D3523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6AC213-7B02-437E-BBE8-ED831DEF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27672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7FBF6"/>
                </a:solidFill>
              </a:defRPr>
            </a:pPr>
            <a:r>
              <a:rPr sz="2250" b="1">
                <a:solidFill>
                  <a:srgbClr val="E7FBF6"/>
                </a:solidFill>
              </a:rPr>
              <a:t>その配置は意図どおり？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6D4A4F-6C65-4469-A757-2D57CA7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286250"/>
            <a:ext cx="571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/mnt/cを一律否定せず、share-first / balanced / linux-firstで判断。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96576F-E592-4730-B5C1-63AECBEE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743575"/>
            <a:ext cx="981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B8FF"/>
                </a:solidFill>
              </a:defRPr>
            </a:pPr>
            <a:r>
              <a:rPr sz="1350" b="0">
                <a:solidFill>
                  <a:srgbClr val="55B8FF"/>
                </a:solidFill>
              </a:rPr>
              <a:t>観測できないものは、推測で埋めず unavailable / inferred として残します。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4543C-C91C-4F1D-B1C3-6B0EA11C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616459-D3D6-4321-855A-3DB7C7F4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0B3EA-5FB6-4996-AE50-1F577662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252115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26CFBD-87EA-49EE-B266-A8193787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03 · HOW IT FEELS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6F11B-6A9E-4B62-BD8C-D9B947DD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SOURCE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AE5E70-0142-4022-AE8F-B13A3C1E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1 commandから、比較・説明・安全な共有まで。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70f9164d7a493c"/>
          <a:srcRect xmlns:a="http://schemas.openxmlformats.org/drawingml/2006/main" l="24873" t="0" r="248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819275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E2CED-94B9-4DFF-A9CC-E2D9B45B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B8FF"/>
                </a:solidFill>
              </a:defRPr>
            </a:pPr>
            <a:r>
              <a:rPr sz="1125" b="1">
                <a:solidFill>
                  <a:srgbClr val="55B8FF"/>
                </a:solidFill>
              </a:rPr>
              <a:t>1  INSPECT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ee6e3b657417f"/>
          <a:srcRect xmlns:a="http://schemas.openxmlformats.org/drawingml/2006/main" l="24873" t="0" r="248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4700" y="1819275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2166BC-2C69-4D83-96A1-ED72462A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B8FF"/>
                </a:solidFill>
              </a:defRPr>
            </a:pPr>
            <a:r>
              <a:rPr sz="1125" b="1">
                <a:solidFill>
                  <a:srgbClr val="55B8FF"/>
                </a:solidFill>
              </a:rPr>
              <a:t>2  COMPARE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eb528fbca14795"/>
          <a:srcRect xmlns:a="http://schemas.openxmlformats.org/drawingml/2006/main" l="24873" t="0" r="248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819275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EF4A6-32E0-40B4-9CA8-50481AC3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B8FF"/>
                </a:solidFill>
              </a:defRPr>
            </a:pPr>
            <a:r>
              <a:rPr sz="1125" b="1">
                <a:solidFill>
                  <a:srgbClr val="55B8FF"/>
                </a:solidFill>
              </a:rPr>
              <a:t>3  EXPLAIN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3cfee3dd694f59"/>
          <a:srcRect xmlns:a="http://schemas.openxmlformats.org/drawingml/2006/main" l="24873" t="0" r="248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15400" y="1819275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EEA09E-7F58-4483-8680-6CACE86E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4  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DC890-83ED-4940-84CE-5AA383B9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8AA4AC"/>
                </a:solidFill>
              </a:defRPr>
            </a:pPr>
            <a:r>
              <a:rPr sz="1650" b="0">
                <a:solidFill>
                  <a:srgbClr val="8AA4AC"/>
                </a:solidFill>
              </a:rPr>
              <a:t>profileを変えると、同じ/mnt/cでも説明と優先順位が変わる。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2CF55-A5C5-433A-A6C5-35B7E364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60070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F2BD66"/>
                </a:solidFill>
              </a:defRPr>
            </a:pPr>
            <a:r>
              <a:rPr sz="1125" b="0">
                <a:solidFill>
                  <a:srgbClr val="F2BD66"/>
                </a:solidFill>
              </a:rPr>
              <a:t>Concept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75CFD-72A6-4071-813A-D1EE0AE4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727D1E-5676-4055-8BB6-C6710D09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7D333-79D1-4C11-8719-0910F2E0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389388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CF827B-0323-4940-A767-08A3DC31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04 · /mnt/c IS A CHOICE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5D96D-914E-4AC4-9BDD-63C5FE54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SOURCE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E1DB1B-91B1-461C-B31E-AC0D34D3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/mnt/cはerrorではない。目的との不一致を説明する。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8fa5cba286451d"/>
          <a:srcRect xmlns:a="http://schemas.openxmlformats.org/drawingml/2006/main" l="12429" t="0" r="124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1647825"/>
            <a:ext cx="53340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EBEDD-BEE2-473F-AD7B-0458514E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192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7FBF6"/>
                </a:solidFill>
              </a:defRPr>
            </a:pPr>
            <a:r>
              <a:rPr sz="1800" b="1">
                <a:solidFill>
                  <a:srgbClr val="E7FBF6"/>
                </a:solidFill>
              </a:rPr>
              <a:t>share-first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5FD749-1EFA-4EBB-AC6D-D106BA43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383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9E3CC"/>
                </a:solidFill>
              </a:defRPr>
            </a:pPr>
            <a:r>
              <a:rPr sz="975" b="1">
                <a:solidFill>
                  <a:srgbClr val="69E3CC"/>
                </a:solidFill>
              </a:rPr>
              <a:t>EXPECTED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A2706-396A-4275-884C-4D9DDD65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WindowsアプリやCoworkとの共有を優先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173B2A-0321-407A-845D-FAA957DE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4365B-433F-492A-97D5-3988585E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241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7FBF6"/>
                </a:solidFill>
              </a:defRPr>
            </a:pPr>
            <a:r>
              <a:rPr sz="1800" b="1">
                <a:solidFill>
                  <a:srgbClr val="E7FBF6"/>
                </a:solidFill>
              </a:rPr>
              <a:t>balanced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714ED-4A41-43EB-86CA-4C4C8C09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432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B8FF"/>
                </a:solidFill>
              </a:defRPr>
            </a:pPr>
            <a:r>
              <a:rPr sz="975" b="1">
                <a:solidFill>
                  <a:srgbClr val="55B8FF"/>
                </a:solidFill>
              </a:rPr>
              <a:t>INFO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59595-F3F6-4CF3-A952-75D1B90E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共有とLinux toolchainの両方を測定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86584-9884-4AD0-80A4-959A0255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8C238-5896-45AE-9B82-F89D4597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290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7FBF6"/>
                </a:solidFill>
              </a:defRPr>
            </a:pPr>
            <a:r>
              <a:rPr sz="1800" b="1">
                <a:solidFill>
                  <a:srgbClr val="E7FBF6"/>
                </a:solidFill>
              </a:rPr>
              <a:t>linux-first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A3B84-C51E-4271-AD9C-64F8A3F17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481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BD66"/>
                </a:solidFill>
              </a:defRPr>
            </a:pPr>
            <a:r>
              <a:rPr sz="975" b="1">
                <a:solidFill>
                  <a:srgbClr val="F2BD66"/>
                </a:solidFill>
              </a:rPr>
              <a:t>WARNING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ADB34-FF6B-43BA-A8CF-AA25E840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Linux-native性能とsemanticsを優先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B102F-EB7B-4E35-BB11-49B39D29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B8FF"/>
                </a:solidFill>
              </a:defRPr>
            </a:pPr>
            <a:r>
              <a:rPr sz="1500" b="0">
                <a:solidFill>
                  <a:srgbClr val="55B8FF"/>
                </a:solidFill>
              </a:rPr>
              <a:t>変更は自動実行せず、読み取り専用の次の確認だけを提案。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AB7442-723F-4921-967A-7D6F2369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319826-7A9E-4950-BCC1-2696E6F8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2E464E-0228-47E1-98D4-BBE05B85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166900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1DA954-E9F7-4B9F-AD1D-7DC28B55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05 · SHARE WITHOUT IDENTITY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9122E-D4DB-4C8A-B5EA-01EDAC1A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SOURCE PROTOTYPE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049BC-5EC2-4C23-A557-67EE543E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共有用reportは、render前に匿名化する。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1ad12dc2e46d7"/>
          <a:srcRect xmlns:a="http://schemas.openxmlformats.org/drawingml/2006/main" l="352" t="0" r="35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714500"/>
            <a:ext cx="70485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00480-618C-4DFF-84A7-406FAB86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669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9E3CC"/>
                </a:solidFill>
              </a:defRPr>
            </a:pPr>
            <a:r>
              <a:rPr sz="1275" b="1">
                <a:solidFill>
                  <a:srgbClr val="69E3CC"/>
                </a:solidFill>
              </a:rPr>
              <a:t>REDACTED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91DF01-2658-4476-AE52-ACFF21D1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8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D81812-F8BD-47D9-A6D0-5BDA9D59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333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username / home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CAA91-E312-4374-A334-B335E327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2B42C-07EB-476D-8FFA-F3F69F9B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876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machine name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ED1059-AB17-4234-B721-5A2E232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14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D401C-74B2-45E6-B3AA-7FCFC089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194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personal absolute path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261156-AE6E-4FA6-8D29-5B093BB1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1F60E-12D0-49BA-A170-08EFB8DF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624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agent state location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49064-79EB-40FF-9E34-D900378F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006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通常実行はnetworkへ送信せず、tokenや無制限の環境変数値を収集しません。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9DE202-C454-4733-9520-B90E98AC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2057BF-3AD9-4B0E-9F15-3F5B43FE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2B94A2-622A-41BD-91C0-30FE0DEA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911523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0C940-B903-4199-9370-886AE5B1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06 ·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171DC-6620-45DE-B912-E534A5EF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PRE-ALPHA · NO BINARY YET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ED3D99-ABD0-4A2D-A884-68A2BAF3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95350"/>
            <a:ext cx="7239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E7FBF6"/>
                </a:solidFill>
              </a:defRPr>
            </a:pPr>
            <a:r>
              <a:rPr sz="3525" b="1">
                <a:solidFill>
                  <a:srgbClr val="E7FBF6"/>
                </a:solidFill>
              </a:rPr>
              <a:t>今はsource prototype。</a:t>
            </a:r>
          </a:p>
          <a:p xmlns:a="http://schemas.openxmlformats.org/drawingml/2006/main">
            <a:pPr algn="l">
              <a:defRPr sz="3525" b="1">
                <a:solidFill>
                  <a:srgbClr val="E7FBF6"/>
                </a:solidFill>
              </a:defRPr>
            </a:pPr>
            <a:r>
              <a:rPr sz="3525" b="1">
                <a:solidFill>
                  <a:srgbClr val="E7FBF6"/>
                </a:solidFill>
              </a:rPr>
              <a:t>次は、誰でも検証できるv0.1へ。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F6183-B32F-481C-8F65-9E271643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62275"/>
            <a:ext cx="3219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0E13F-793C-4FB6-8C62-163A4B6C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9E3CC"/>
                </a:solidFill>
              </a:defRPr>
            </a:pPr>
            <a:r>
              <a:rPr sz="975" b="1">
                <a:solidFill>
                  <a:srgbClr val="69E3CC"/>
                </a:solidFill>
              </a:rPr>
              <a:t>DONE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E0DA7-74D8-41B9-860D-336B10CF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7FBF6"/>
                </a:solidFill>
              </a:defRPr>
            </a:pPr>
            <a:r>
              <a:rPr sz="2100" b="1">
                <a:solidFill>
                  <a:srgbClr val="E7FBF6"/>
                </a:solidFill>
              </a:rPr>
              <a:t>根幹診断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10DB2-FEA8-49BE-883F-C9A97511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A4AC"/>
                </a:solidFill>
              </a:defRPr>
            </a:pPr>
            <a:r>
              <a:rPr sz="1275" b="0">
                <a:solidFill>
                  <a:srgbClr val="8AA4AC"/>
                </a:solidFill>
              </a:rPr>
              <a:t>runtime / profiles / explain / resolver / redaction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EB907-3AF3-413F-ADDB-FE568CD5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962275"/>
            <a:ext cx="3219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91520-28BF-46C1-A2A1-23831AC8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162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B8FF"/>
                </a:solidFill>
              </a:defRPr>
            </a:pPr>
            <a:r>
              <a:rPr sz="975" b="1">
                <a:solidFill>
                  <a:srgbClr val="55B8FF"/>
                </a:solidFill>
              </a:rPr>
              <a:t>NEXT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92538-6338-400B-9256-C30A1595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562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7FBF6"/>
                </a:solidFill>
              </a:defRPr>
            </a:pPr>
            <a:r>
              <a:rPr sz="2100" b="1">
                <a:solidFill>
                  <a:srgbClr val="E7FBF6"/>
                </a:solidFill>
              </a:rPr>
              <a:t>外部実測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3C9CB0-7152-4CDB-A63B-6C5E33B0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11480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A4AC"/>
                </a:solidFill>
              </a:defRPr>
            </a:pPr>
            <a:r>
              <a:rPr sz="1275" b="0">
                <a:solidFill>
                  <a:srgbClr val="8AA4AC"/>
                </a:solidFill>
              </a:rPr>
              <a:t>Windows・WSLの再現性と操作感を確認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6336D-E63E-4924-9914-BA252189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62275"/>
            <a:ext cx="3219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6134FD-F980-4AB5-AA33-C7502954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62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BD66"/>
                </a:solidFill>
              </a:defRPr>
            </a:pPr>
            <a:r>
              <a:rPr sz="975" b="1">
                <a:solidFill>
                  <a:srgbClr val="F2BD66"/>
                </a:solidFill>
              </a:rPr>
              <a:t>RELEASE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C3E4D-1B89-46B4-B6DF-53338EAC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62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7FBF6"/>
                </a:solidFill>
              </a:defRPr>
            </a:pPr>
            <a:r>
              <a:rPr sz="2100" b="1">
                <a:solidFill>
                  <a:srgbClr val="E7FBF6"/>
                </a:solidFill>
              </a:rPr>
              <a:t>v0.1.0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150071-2E56-47D8-B5A6-5C974F53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1480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A4AC"/>
                </a:solidFill>
              </a:defRPr>
            </a:pPr>
            <a:r>
              <a:rPr sz="1275" b="0">
                <a:solidFill>
                  <a:srgbClr val="8AA4AC"/>
                </a:solidFill>
              </a:rPr>
              <a:t>Windows / Linux binary + checksum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09DE2F-03CE-49DB-9712-B9EAF12E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7FBF6"/>
                </a:solidFill>
              </a:defRPr>
            </a:pPr>
            <a:r>
              <a:rPr sz="1650" b="0">
                <a:solidFill>
                  <a:srgbClr val="E7FBF6"/>
                </a:solidFill>
              </a:rPr>
              <a:t>困った経験・使っている確認command・prototypeの違和感をIssueへ。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F8002B-4F2A-405C-8551-FDA9C309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9E3CC"/>
                </a:solidFill>
              </a:defRPr>
            </a:pPr>
            <a:r>
              <a:rPr sz="1800" b="1">
                <a:solidFill>
                  <a:srgbClr val="69E3CC"/>
                </a:solidFill>
              </a:rPr>
              <a:t>github.com/Tanasu0417/execlocus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6F7EF2-B272-47CD-B706-7280B53C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924550"/>
            <a:ext cx="358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B8FF"/>
                </a:solidFill>
              </a:defRPr>
            </a:pPr>
            <a:r>
              <a:rPr sz="1350" b="0">
                <a:solidFill>
                  <a:srgbClr val="55B8FF"/>
                </a:solidFill>
              </a:rPr>
              <a:t>Star / Watch / Field report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B0790-5DD1-4940-A2EB-AFC20886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1A8519-9230-4318-AF73-378D9650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C040BA-F41B-4900-ABC3-39D86972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602910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2026-07-29T10:25:12.8160000Z</dcterms:created>
  <dcterms:modified xsi:type="dcterms:W3CDTF">2026-07-29T10:25:12.8160000Z</dcterms:modified>
</coreProperties>
</file>